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6760B3-77C8-4A60-91FF-ECF9EE3CC6DB}" v="16" dt="2026-03-31T11:53:56.6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is Chabault" userId="bb4dac07df3a511d" providerId="LiveId" clId="{FF8F4EE3-5BC5-4DC0-8699-523C6311F2B8}"/>
    <pc:docChg chg="undo custSel modSld">
      <pc:chgData name="Mathis Chabault" userId="bb4dac07df3a511d" providerId="LiveId" clId="{FF8F4EE3-5BC5-4DC0-8699-523C6311F2B8}" dt="2026-03-31T11:43:48.784" v="657" actId="1076"/>
      <pc:docMkLst>
        <pc:docMk/>
      </pc:docMkLst>
      <pc:sldChg chg="addSp delSp modSp mod">
        <pc:chgData name="Mathis Chabault" userId="bb4dac07df3a511d" providerId="LiveId" clId="{FF8F4EE3-5BC5-4DC0-8699-523C6311F2B8}" dt="2026-03-31T11:43:48.784" v="657" actId="1076"/>
        <pc:sldMkLst>
          <pc:docMk/>
          <pc:sldMk cId="4001486895" sldId="257"/>
        </pc:sldMkLst>
        <pc:spChg chg="del">
          <ac:chgData name="Mathis Chabault" userId="bb4dac07df3a511d" providerId="LiveId" clId="{FF8F4EE3-5BC5-4DC0-8699-523C6311F2B8}" dt="2026-03-31T11:29:41.340" v="0" actId="478"/>
          <ac:spMkLst>
            <pc:docMk/>
            <pc:sldMk cId="4001486895" sldId="257"/>
            <ac:spMk id="2" creationId="{3C9ED169-67AA-4F61-02EE-BFBD0B0C3F55}"/>
          </ac:spMkLst>
        </pc:spChg>
        <pc:spChg chg="del">
          <ac:chgData name="Mathis Chabault" userId="bb4dac07df3a511d" providerId="LiveId" clId="{FF8F4EE3-5BC5-4DC0-8699-523C6311F2B8}" dt="2026-03-31T11:29:43.868" v="1" actId="478"/>
          <ac:spMkLst>
            <pc:docMk/>
            <pc:sldMk cId="4001486895" sldId="257"/>
            <ac:spMk id="3" creationId="{A003410B-FE7C-5B8A-9C74-F79DD6745A55}"/>
          </ac:spMkLst>
        </pc:spChg>
        <pc:spChg chg="add mod">
          <ac:chgData name="Mathis Chabault" userId="bb4dac07df3a511d" providerId="LiveId" clId="{FF8F4EE3-5BC5-4DC0-8699-523C6311F2B8}" dt="2026-03-31T11:42:53.295" v="621" actId="1076"/>
          <ac:spMkLst>
            <pc:docMk/>
            <pc:sldMk cId="4001486895" sldId="257"/>
            <ac:spMk id="4" creationId="{8D81A2D6-582C-CF55-2743-65D4C8F8FAA7}"/>
          </ac:spMkLst>
        </pc:spChg>
        <pc:spChg chg="add mod">
          <ac:chgData name="Mathis Chabault" userId="bb4dac07df3a511d" providerId="LiveId" clId="{FF8F4EE3-5BC5-4DC0-8699-523C6311F2B8}" dt="2026-03-31T11:42:53.295" v="621" actId="1076"/>
          <ac:spMkLst>
            <pc:docMk/>
            <pc:sldMk cId="4001486895" sldId="257"/>
            <ac:spMk id="5" creationId="{4DB8EA40-94A6-5E85-5A15-222438523D26}"/>
          </ac:spMkLst>
        </pc:spChg>
        <pc:spChg chg="add mod">
          <ac:chgData name="Mathis Chabault" userId="bb4dac07df3a511d" providerId="LiveId" clId="{FF8F4EE3-5BC5-4DC0-8699-523C6311F2B8}" dt="2026-03-31T11:42:53.295" v="621" actId="1076"/>
          <ac:spMkLst>
            <pc:docMk/>
            <pc:sldMk cId="4001486895" sldId="257"/>
            <ac:spMk id="6" creationId="{38FD1400-F5FE-3A3A-A119-605F72A99A87}"/>
          </ac:spMkLst>
        </pc:spChg>
        <pc:spChg chg="add mod">
          <ac:chgData name="Mathis Chabault" userId="bb4dac07df3a511d" providerId="LiveId" clId="{FF8F4EE3-5BC5-4DC0-8699-523C6311F2B8}" dt="2026-03-31T11:43:48.784" v="657" actId="1076"/>
          <ac:spMkLst>
            <pc:docMk/>
            <pc:sldMk cId="4001486895" sldId="257"/>
            <ac:spMk id="11" creationId="{6DF3E4B2-2134-8804-03C1-2C947700C7FD}"/>
          </ac:spMkLst>
        </pc:spChg>
        <pc:picChg chg="add mod">
          <ac:chgData name="Mathis Chabault" userId="bb4dac07df3a511d" providerId="LiveId" clId="{FF8F4EE3-5BC5-4DC0-8699-523C6311F2B8}" dt="2026-03-31T11:42:53.295" v="621" actId="1076"/>
          <ac:picMkLst>
            <pc:docMk/>
            <pc:sldMk cId="4001486895" sldId="257"/>
            <ac:picMk id="8" creationId="{2D9E42A6-E2FC-3719-F3FB-9D8CB7444709}"/>
          </ac:picMkLst>
        </pc:picChg>
        <pc:picChg chg="add del mod">
          <ac:chgData name="Mathis Chabault" userId="bb4dac07df3a511d" providerId="LiveId" clId="{FF8F4EE3-5BC5-4DC0-8699-523C6311F2B8}" dt="2026-03-31T11:40:37.349" v="610" actId="478"/>
          <ac:picMkLst>
            <pc:docMk/>
            <pc:sldMk cId="4001486895" sldId="257"/>
            <ac:picMk id="10" creationId="{4EC31C62-C641-26D3-761E-3AADF4199731}"/>
          </ac:picMkLst>
        </pc:picChg>
        <pc:picChg chg="add mod">
          <ac:chgData name="Mathis Chabault" userId="bb4dac07df3a511d" providerId="LiveId" clId="{FF8F4EE3-5BC5-4DC0-8699-523C6311F2B8}" dt="2026-03-31T11:42:53.295" v="621" actId="1076"/>
          <ac:picMkLst>
            <pc:docMk/>
            <pc:sldMk cId="4001486895" sldId="257"/>
            <ac:picMk id="2050" creationId="{AB0D00A9-3A6E-177A-FECC-533965A91213}"/>
          </ac:picMkLst>
        </pc:picChg>
        <pc:picChg chg="add mod">
          <ac:chgData name="Mathis Chabault" userId="bb4dac07df3a511d" providerId="LiveId" clId="{FF8F4EE3-5BC5-4DC0-8699-523C6311F2B8}" dt="2026-03-31T11:42:53.295" v="621" actId="1076"/>
          <ac:picMkLst>
            <pc:docMk/>
            <pc:sldMk cId="4001486895" sldId="257"/>
            <ac:picMk id="2052" creationId="{BCA4FC52-2459-2175-35B4-DC0564BAC350}"/>
          </ac:picMkLst>
        </pc:picChg>
        <pc:picChg chg="add mod">
          <ac:chgData name="Mathis Chabault" userId="bb4dac07df3a511d" providerId="LiveId" clId="{FF8F4EE3-5BC5-4DC0-8699-523C6311F2B8}" dt="2026-03-31T11:42:53.295" v="621" actId="1076"/>
          <ac:picMkLst>
            <pc:docMk/>
            <pc:sldMk cId="4001486895" sldId="257"/>
            <ac:picMk id="2054" creationId="{CB5A9BFA-C86D-0B8E-1E2A-9A9118936F7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9B9C-3561-4011-BAB5-5FC55ED3FE3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E1F7-5B85-4A5E-91CD-C1F03B443C8C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757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9B9C-3561-4011-BAB5-5FC55ED3FE3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E1F7-5B85-4A5E-91CD-C1F03B443C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1041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9B9C-3561-4011-BAB5-5FC55ED3FE3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E1F7-5B85-4A5E-91CD-C1F03B443C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4330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9B9C-3561-4011-BAB5-5FC55ED3FE3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E1F7-5B85-4A5E-91CD-C1F03B443C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6252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9B9C-3561-4011-BAB5-5FC55ED3FE3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E1F7-5B85-4A5E-91CD-C1F03B443C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7947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9B9C-3561-4011-BAB5-5FC55ED3FE3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E1F7-5B85-4A5E-91CD-C1F03B443C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5446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9B9C-3561-4011-BAB5-5FC55ED3FE3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E1F7-5B85-4A5E-91CD-C1F03B443C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933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9B9C-3561-4011-BAB5-5FC55ED3FE3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E1F7-5B85-4A5E-91CD-C1F03B443C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3384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9B9C-3561-4011-BAB5-5FC55ED3FE3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E1F7-5B85-4A5E-91CD-C1F03B443C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282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9B9C-3561-4011-BAB5-5FC55ED3FE3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E1F7-5B85-4A5E-91CD-C1F03B443C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0812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9B9C-3561-4011-BAB5-5FC55ED3FE3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E1F7-5B85-4A5E-91CD-C1F03B443C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7050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9B9C-3561-4011-BAB5-5FC55ED3FE3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E1F7-5B85-4A5E-91CD-C1F03B443C8C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95421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9B9C-3561-4011-BAB5-5FC55ED3FE3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E1F7-5B85-4A5E-91CD-C1F03B443C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5600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9B9C-3561-4011-BAB5-5FC55ED3FE3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E1F7-5B85-4A5E-91CD-C1F03B443C8C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33715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9B9C-3561-4011-BAB5-5FC55ED3FE3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E1F7-5B85-4A5E-91CD-C1F03B443C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9307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9B9C-3561-4011-BAB5-5FC55ED3FE3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E1F7-5B85-4A5E-91CD-C1F03B443C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3488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9B9C-3561-4011-BAB5-5FC55ED3FE3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E1F7-5B85-4A5E-91CD-C1F03B443C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2821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06C9B9C-3561-4011-BAB5-5FC55ED3FE39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683E1F7-5B85-4A5E-91CD-C1F03B443C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23973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3BEA0065-CB94-D4AE-BADF-226AF4538B24}"/>
              </a:ext>
            </a:extLst>
          </p:cNvPr>
          <p:cNvSpPr txBox="1"/>
          <p:nvPr/>
        </p:nvSpPr>
        <p:spPr>
          <a:xfrm>
            <a:off x="0" y="6596390"/>
            <a:ext cx="38683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Tom </a:t>
            </a:r>
            <a:r>
              <a:rPr lang="fr-FR" sz="1100" dirty="0" err="1"/>
              <a:t>Boulec</a:t>
            </a:r>
            <a:r>
              <a:rPr lang="fr-FR" sz="1100" dirty="0"/>
              <a:t>, Mathis Chabault, Rayan </a:t>
            </a:r>
            <a:r>
              <a:rPr lang="fr-FR" sz="1100" dirty="0" err="1"/>
              <a:t>Amoussa</a:t>
            </a:r>
            <a:r>
              <a:rPr lang="fr-FR" sz="1100" dirty="0"/>
              <a:t>, Rafik Cheikh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1AF242B-EDF0-969E-6D75-EE34E6DD414A}"/>
              </a:ext>
            </a:extLst>
          </p:cNvPr>
          <p:cNvSpPr txBox="1"/>
          <p:nvPr/>
        </p:nvSpPr>
        <p:spPr>
          <a:xfrm>
            <a:off x="4659645" y="195210"/>
            <a:ext cx="2872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/>
              <a:t>PARKSHARE CHALLENGE </a:t>
            </a:r>
          </a:p>
        </p:txBody>
      </p:sp>
      <p:pic>
        <p:nvPicPr>
          <p:cNvPr id="1026" name="Picture 2" descr="Parking en plein air pour les résidents de la région, vue aérienne  supérieure d'en haut photo – Image de Ville sur Unsplash">
            <a:extLst>
              <a:ext uri="{FF2B5EF4-FFF2-40B4-BE49-F238E27FC236}">
                <a16:creationId xmlns:a16="http://schemas.microsoft.com/office/drawing/2014/main" id="{F01D9A0A-1B0C-EB25-7E37-DCF09267A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281" y="1948149"/>
            <a:ext cx="4948719" cy="2961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1489231-65AB-1526-088E-34DAE4D33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948149"/>
            <a:ext cx="5609690" cy="296170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BC03DB7-67F2-1B69-26EC-019A9DED3724}"/>
              </a:ext>
            </a:extLst>
          </p:cNvPr>
          <p:cNvSpPr txBox="1"/>
          <p:nvPr/>
        </p:nvSpPr>
        <p:spPr>
          <a:xfrm>
            <a:off x="732002" y="1686539"/>
            <a:ext cx="41456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Identification des zones géographiques à fort potentiel commercial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CC0E6E4-3C15-5CE0-0318-4729C00E7FAC}"/>
              </a:ext>
            </a:extLst>
          </p:cNvPr>
          <p:cNvSpPr txBox="1"/>
          <p:nvPr/>
        </p:nvSpPr>
        <p:spPr>
          <a:xfrm>
            <a:off x="8369354" y="1688116"/>
            <a:ext cx="26965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Partage de places de parking entre voisins </a:t>
            </a:r>
          </a:p>
        </p:txBody>
      </p:sp>
    </p:spTree>
    <p:extLst>
      <p:ext uri="{BB962C8B-B14F-4D97-AF65-F5344CB8AC3E}">
        <p14:creationId xmlns:p14="http://schemas.microsoft.com/office/powerpoint/2010/main" val="362378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D81A2D6-582C-CF55-2743-65D4C8F8FAA7}"/>
              </a:ext>
            </a:extLst>
          </p:cNvPr>
          <p:cNvSpPr txBox="1"/>
          <p:nvPr/>
        </p:nvSpPr>
        <p:spPr>
          <a:xfrm>
            <a:off x="0" y="1479477"/>
            <a:ext cx="447953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DATA :</a:t>
            </a:r>
          </a:p>
          <a:p>
            <a:pPr algn="ctr"/>
            <a:endParaRPr lang="fr-FR" b="1" dirty="0"/>
          </a:p>
          <a:p>
            <a:pPr algn="ctr"/>
            <a:r>
              <a:rPr lang="fr-FR" dirty="0"/>
              <a:t>Tom </a:t>
            </a:r>
            <a:r>
              <a:rPr lang="fr-FR" dirty="0" err="1"/>
              <a:t>Boulec</a:t>
            </a:r>
            <a:r>
              <a:rPr lang="fr-FR" dirty="0"/>
              <a:t> / Mathis Chabault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r>
              <a:rPr lang="fr-FR" dirty="0"/>
              <a:t>SOURCES : </a:t>
            </a:r>
          </a:p>
          <a:p>
            <a:r>
              <a:rPr lang="fr-FR" dirty="0"/>
              <a:t>- RNCC / data.gouv.fr (Registre National des Copropriétés)</a:t>
            </a:r>
          </a:p>
          <a:p>
            <a:r>
              <a:rPr lang="fr-FR" dirty="0"/>
              <a:t>- API Géo / data.gouv.fr (Population, surface et coordonnées GPS des communes)</a:t>
            </a:r>
            <a:br>
              <a:rPr lang="fr-FR" dirty="0"/>
            </a:br>
            <a:endParaRPr lang="fr-FR" dirty="0"/>
          </a:p>
          <a:p>
            <a:r>
              <a:rPr lang="fr-FR" dirty="0"/>
              <a:t>TECHNOLOGIES UTILISEES :</a:t>
            </a:r>
          </a:p>
          <a:p>
            <a:r>
              <a:rPr lang="fr-FR" dirty="0"/>
              <a:t>- PYTHON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DB8EA40-94A6-5E85-5A15-222438523D26}"/>
              </a:ext>
            </a:extLst>
          </p:cNvPr>
          <p:cNvSpPr txBox="1"/>
          <p:nvPr/>
        </p:nvSpPr>
        <p:spPr>
          <a:xfrm>
            <a:off x="8758913" y="1479478"/>
            <a:ext cx="349480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/>
              <a:t>Dev :</a:t>
            </a:r>
          </a:p>
          <a:p>
            <a:endParaRPr lang="fr-FR" b="1" dirty="0"/>
          </a:p>
          <a:p>
            <a:r>
              <a:rPr lang="fr-FR" dirty="0"/>
              <a:t>Rayan </a:t>
            </a:r>
            <a:r>
              <a:rPr lang="fr-FR" dirty="0" err="1"/>
              <a:t>Amoussa</a:t>
            </a:r>
            <a:endParaRPr lang="fr-FR" dirty="0"/>
          </a:p>
          <a:p>
            <a:endParaRPr lang="fr-FR" dirty="0"/>
          </a:p>
          <a:p>
            <a:r>
              <a:rPr lang="fr-FR" dirty="0"/>
              <a:t>TECHNOLOGIES UTILISEES :</a:t>
            </a:r>
          </a:p>
          <a:p>
            <a:r>
              <a:rPr lang="fr-FR" dirty="0"/>
              <a:t>- </a:t>
            </a:r>
            <a:r>
              <a:rPr lang="fr-FR" dirty="0" err="1"/>
              <a:t>React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- FAST API</a:t>
            </a:r>
          </a:p>
          <a:p>
            <a:r>
              <a:rPr lang="fr-FR" dirty="0"/>
              <a:t>- POSTGRESQL </a:t>
            </a:r>
          </a:p>
          <a:p>
            <a:r>
              <a:rPr lang="fr-FR" dirty="0"/>
              <a:t>- PYTHON</a:t>
            </a:r>
          </a:p>
          <a:p>
            <a:r>
              <a:rPr lang="fr-FR" dirty="0"/>
              <a:t>- LEAFLET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8FD1400-F5FE-3A3A-A119-605F72A99A87}"/>
              </a:ext>
            </a:extLst>
          </p:cNvPr>
          <p:cNvSpPr txBox="1"/>
          <p:nvPr/>
        </p:nvSpPr>
        <p:spPr>
          <a:xfrm>
            <a:off x="4929124" y="1479478"/>
            <a:ext cx="351376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Infra :</a:t>
            </a:r>
          </a:p>
          <a:p>
            <a:endParaRPr lang="fr-FR" dirty="0"/>
          </a:p>
          <a:p>
            <a:r>
              <a:rPr lang="fr-FR" dirty="0"/>
              <a:t>Rafik Cheikh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TECHNOLOGIE UTILISEES :</a:t>
            </a:r>
          </a:p>
          <a:p>
            <a:r>
              <a:rPr lang="fr-FR" dirty="0"/>
              <a:t>- Docker 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D9E42A6-E2FC-3719-F3FB-9D8CB7444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344" y="5732979"/>
            <a:ext cx="1091771" cy="907765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AB0D00A9-3A6E-177A-FECC-533965A91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124" y="5847263"/>
            <a:ext cx="2989726" cy="679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cône de Reactjs logo">
            <a:extLst>
              <a:ext uri="{FF2B5EF4-FFF2-40B4-BE49-F238E27FC236}">
                <a16:creationId xmlns:a16="http://schemas.microsoft.com/office/drawing/2014/main" id="{BCA4FC52-2459-2175-35B4-DC0564BAC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6611" y="4579706"/>
            <a:ext cx="1747356" cy="873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Logo PostgreSQL - Impuls'Map !">
            <a:extLst>
              <a:ext uri="{FF2B5EF4-FFF2-40B4-BE49-F238E27FC236}">
                <a16:creationId xmlns:a16="http://schemas.microsoft.com/office/drawing/2014/main" id="{CB5A9BFA-C86D-0B8E-1E2A-9A9118936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3083" y="5512032"/>
            <a:ext cx="1014412" cy="1128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6DF3E4B2-2134-8804-03C1-2C947700C7FD}"/>
              </a:ext>
            </a:extLst>
          </p:cNvPr>
          <p:cNvSpPr txBox="1"/>
          <p:nvPr/>
        </p:nvSpPr>
        <p:spPr>
          <a:xfrm>
            <a:off x="4255335" y="588246"/>
            <a:ext cx="3681329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b="1" dirty="0"/>
              <a:t>ORGANISATION DE L’EQUIPE</a:t>
            </a:r>
          </a:p>
        </p:txBody>
      </p:sp>
    </p:spTree>
    <p:extLst>
      <p:ext uri="{BB962C8B-B14F-4D97-AF65-F5344CB8AC3E}">
        <p14:creationId xmlns:p14="http://schemas.microsoft.com/office/powerpoint/2010/main" val="4001486895"/>
      </p:ext>
    </p:extLst>
  </p:cSld>
  <p:clrMapOvr>
    <a:masterClrMapping/>
  </p:clrMapOvr>
</p:sld>
</file>

<file path=ppt/theme/theme1.xml><?xml version="1.0" encoding="utf-8"?>
<a:theme xmlns:a="http://schemas.openxmlformats.org/drawingml/2006/main" name="Secteur">
  <a:themeElements>
    <a:clrScheme name="Secteu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eu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eu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71</TotalTime>
  <Words>107</Words>
  <Application>Microsoft Office PowerPoint</Application>
  <PresentationFormat>Grand écran</PresentationFormat>
  <Paragraphs>36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5" baseType="lpstr">
      <vt:lpstr>Century Gothic</vt:lpstr>
      <vt:lpstr>Wingdings 3</vt:lpstr>
      <vt:lpstr>Secteur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Mathis Chabault</dc:creator>
  <cp:lastModifiedBy>Mathis Chabault</cp:lastModifiedBy>
  <cp:revision>1</cp:revision>
  <dcterms:created xsi:type="dcterms:W3CDTF">2026-03-31T10:42:49Z</dcterms:created>
  <dcterms:modified xsi:type="dcterms:W3CDTF">2026-03-31T11:54:05Z</dcterms:modified>
</cp:coreProperties>
</file>